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Sprint {{SPRINT_START}} – {{SPRINT_END}}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Recap meeting: {{RECAP_DATE}}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41148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{{AGENDA_FINISHED}}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457200"/>
            <a:ext cx="41148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{{AGENDA_OPEN}}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